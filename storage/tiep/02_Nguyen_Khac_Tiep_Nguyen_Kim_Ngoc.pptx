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275" r:id="rId5"/>
    <p:sldId id="257" r:id="rId6"/>
    <p:sldId id="265" r:id="rId7"/>
    <p:sldId id="277" r:id="rId8"/>
    <p:sldId id="261" r:id="rId9"/>
    <p:sldId id="266" r:id="rId10"/>
    <p:sldId id="270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D7043C-5F67-614F-9A44-C706BE566699}" v="985" dt="2025-11-04T01:26:27.2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5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ười dùng Khách" userId="S::urn:spo:tenantanon#06f1b89f-07e8-464f-b408-ec1b45703f31::" providerId="AD" clId="Web-{DABF74F5-295F-0B65-BEDE-A993DEE2D308}"/>
    <pc:docChg chg="modSld">
      <pc:chgData name="Người dùng Khách" userId="S::urn:spo:tenantanon#06f1b89f-07e8-464f-b408-ec1b45703f31::" providerId="AD" clId="Web-{DABF74F5-295F-0B65-BEDE-A993DEE2D308}" dt="2025-11-04T01:23:32.205" v="2124"/>
      <pc:docMkLst>
        <pc:docMk/>
      </pc:docMkLst>
      <pc:sldChg chg="modSp">
        <pc:chgData name="Người dùng Khách" userId="S::urn:spo:tenantanon#06f1b89f-07e8-464f-b408-ec1b45703f31::" providerId="AD" clId="Web-{DABF74F5-295F-0B65-BEDE-A993DEE2D308}" dt="2025-11-04T01:23:32.205" v="2124"/>
        <pc:sldMkLst>
          <pc:docMk/>
          <pc:sldMk cId="2751358436" sldId="266"/>
        </pc:sldMkLst>
        <pc:graphicFrameChg chg="mod modGraphic">
          <ac:chgData name="Người dùng Khách" userId="S::urn:spo:tenantanon#06f1b89f-07e8-464f-b408-ec1b45703f31::" providerId="AD" clId="Web-{DABF74F5-295F-0B65-BEDE-A993DEE2D308}" dt="2025-11-04T01:23:32.205" v="2124"/>
          <ac:graphicFrameMkLst>
            <pc:docMk/>
            <pc:sldMk cId="2751358436" sldId="266"/>
            <ac:graphicFrameMk id="6" creationId="{A377CED0-D6EF-F14D-0D54-E697AB95B613}"/>
          </ac:graphicFrameMkLst>
        </pc:graphicFrameChg>
      </pc:sldChg>
    </pc:docChg>
  </pc:docChgLst>
  <pc:docChgLst>
    <pc:chgData name="Nguyen Kim Ngoc 20225655" userId="S::ngoc.nk225655@sis.hust.edu.vn::6b1d81d5-b2b1-4d8c-a761-a171c10d24b9" providerId="AD" clId="Web-{85C5525C-CBF0-67DC-5B55-82149651017C}"/>
    <pc:docChg chg="addSld delSld modSld sldOrd">
      <pc:chgData name="Nguyen Kim Ngoc 20225655" userId="S::ngoc.nk225655@sis.hust.edu.vn::6b1d81d5-b2b1-4d8c-a761-a171c10d24b9" providerId="AD" clId="Web-{85C5525C-CBF0-67DC-5B55-82149651017C}" dt="2025-10-27T16:37:21.347" v="2367"/>
      <pc:docMkLst>
        <pc:docMk/>
      </pc:docMkLst>
      <pc:sldChg chg="ord">
        <pc:chgData name="Nguyen Kim Ngoc 20225655" userId="S::ngoc.nk225655@sis.hust.edu.vn::6b1d81d5-b2b1-4d8c-a761-a171c10d24b9" providerId="AD" clId="Web-{85C5525C-CBF0-67DC-5B55-82149651017C}" dt="2025-10-27T15:42:54.420" v="573"/>
        <pc:sldMkLst>
          <pc:docMk/>
          <pc:sldMk cId="64084651" sldId="261"/>
        </pc:sldMkLst>
      </pc:sldChg>
      <pc:sldChg chg="modSp">
        <pc:chgData name="Nguyen Kim Ngoc 20225655" userId="S::ngoc.nk225655@sis.hust.edu.vn::6b1d81d5-b2b1-4d8c-a761-a171c10d24b9" providerId="AD" clId="Web-{85C5525C-CBF0-67DC-5B55-82149651017C}" dt="2025-10-27T15:30:56.758" v="424" actId="20577"/>
        <pc:sldMkLst>
          <pc:docMk/>
          <pc:sldMk cId="292364014" sldId="265"/>
        </pc:sldMkLst>
        <pc:spChg chg="mod">
          <ac:chgData name="Nguyen Kim Ngoc 20225655" userId="S::ngoc.nk225655@sis.hust.edu.vn::6b1d81d5-b2b1-4d8c-a761-a171c10d24b9" providerId="AD" clId="Web-{85C5525C-CBF0-67DC-5B55-82149651017C}" dt="2025-10-27T15:30:56.758" v="424" actId="20577"/>
          <ac:spMkLst>
            <pc:docMk/>
            <pc:sldMk cId="292364014" sldId="265"/>
            <ac:spMk id="4" creationId="{59563378-38F8-4CB3-AF99-2C56FCF55404}"/>
          </ac:spMkLst>
        </pc:spChg>
      </pc:sldChg>
      <pc:sldChg chg="addSp delSp modSp">
        <pc:chgData name="Nguyen Kim Ngoc 20225655" userId="S::ngoc.nk225655@sis.hust.edu.vn::6b1d81d5-b2b1-4d8c-a761-a171c10d24b9" providerId="AD" clId="Web-{85C5525C-CBF0-67DC-5B55-82149651017C}" dt="2025-10-27T16:37:21.347" v="2367"/>
        <pc:sldMkLst>
          <pc:docMk/>
          <pc:sldMk cId="2751358436" sldId="266"/>
        </pc:sldMkLst>
        <pc:graphicFrameChg chg="mod modGraphic">
          <ac:chgData name="Nguyen Kim Ngoc 20225655" userId="S::ngoc.nk225655@sis.hust.edu.vn::6b1d81d5-b2b1-4d8c-a761-a171c10d24b9" providerId="AD" clId="Web-{85C5525C-CBF0-67DC-5B55-82149651017C}" dt="2025-10-27T16:37:21.347" v="2367"/>
          <ac:graphicFrameMkLst>
            <pc:docMk/>
            <pc:sldMk cId="2751358436" sldId="266"/>
            <ac:graphicFrameMk id="6" creationId="{A377CED0-D6EF-F14D-0D54-E697AB95B613}"/>
          </ac:graphicFrameMkLst>
        </pc:graphicFrameChg>
      </pc:sldChg>
      <pc:sldChg chg="addSp modSp">
        <pc:chgData name="Nguyen Kim Ngoc 20225655" userId="S::ngoc.nk225655@sis.hust.edu.vn::6b1d81d5-b2b1-4d8c-a761-a171c10d24b9" providerId="AD" clId="Web-{85C5525C-CBF0-67DC-5B55-82149651017C}" dt="2025-10-27T16:35:51.329" v="2307" actId="20577"/>
        <pc:sldMkLst>
          <pc:docMk/>
          <pc:sldMk cId="1341840600" sldId="270"/>
        </pc:sldMkLst>
        <pc:spChg chg="add mod">
          <ac:chgData name="Nguyen Kim Ngoc 20225655" userId="S::ngoc.nk225655@sis.hust.edu.vn::6b1d81d5-b2b1-4d8c-a761-a171c10d24b9" providerId="AD" clId="Web-{85C5525C-CBF0-67DC-5B55-82149651017C}" dt="2025-10-27T16:35:51.329" v="2307" actId="20577"/>
          <ac:spMkLst>
            <pc:docMk/>
            <pc:sldMk cId="1341840600" sldId="270"/>
            <ac:spMk id="4" creationId="{D8BBB3A8-FDE5-FFEF-CEC7-E6315438E33C}"/>
          </ac:spMkLst>
        </pc:spChg>
      </pc:sldChg>
      <pc:sldChg chg="add replId">
        <pc:chgData name="Nguyen Kim Ngoc 20225655" userId="S::ngoc.nk225655@sis.hust.edu.vn::6b1d81d5-b2b1-4d8c-a761-a171c10d24b9" providerId="AD" clId="Web-{85C5525C-CBF0-67DC-5B55-82149651017C}" dt="2025-10-27T15:18:33.547" v="0"/>
        <pc:sldMkLst>
          <pc:docMk/>
          <pc:sldMk cId="1457403573" sldId="276"/>
        </pc:sldMkLst>
      </pc:sldChg>
      <pc:sldChg chg="modSp new del">
        <pc:chgData name="Nguyen Kim Ngoc 20225655" userId="S::ngoc.nk225655@sis.hust.edu.vn::6b1d81d5-b2b1-4d8c-a761-a171c10d24b9" providerId="AD" clId="Web-{85C5525C-CBF0-67DC-5B55-82149651017C}" dt="2025-10-27T15:42:44.263" v="571"/>
        <pc:sldMkLst>
          <pc:docMk/>
          <pc:sldMk cId="2336548138" sldId="276"/>
        </pc:sldMkLst>
      </pc:sldChg>
      <pc:sldChg chg="modSp new">
        <pc:chgData name="Nguyen Kim Ngoc 20225655" userId="S::ngoc.nk225655@sis.hust.edu.vn::6b1d81d5-b2b1-4d8c-a761-a171c10d24b9" providerId="AD" clId="Web-{85C5525C-CBF0-67DC-5B55-82149651017C}" dt="2025-10-27T15:42:39.138" v="570" actId="20577"/>
        <pc:sldMkLst>
          <pc:docMk/>
          <pc:sldMk cId="3005612016" sldId="277"/>
        </pc:sldMkLst>
        <pc:spChg chg="mod">
          <ac:chgData name="Nguyen Kim Ngoc 20225655" userId="S::ngoc.nk225655@sis.hust.edu.vn::6b1d81d5-b2b1-4d8c-a761-a171c10d24b9" providerId="AD" clId="Web-{85C5525C-CBF0-67DC-5B55-82149651017C}" dt="2025-10-27T15:33:52.852" v="449" actId="20577"/>
          <ac:spMkLst>
            <pc:docMk/>
            <pc:sldMk cId="3005612016" sldId="277"/>
            <ac:spMk id="3" creationId="{9D785324-D5E5-802A-6951-1446FE754ADF}"/>
          </ac:spMkLst>
        </pc:spChg>
        <pc:spChg chg="mod">
          <ac:chgData name="Nguyen Kim Ngoc 20225655" userId="S::ngoc.nk225655@sis.hust.edu.vn::6b1d81d5-b2b1-4d8c-a761-a171c10d24b9" providerId="AD" clId="Web-{85C5525C-CBF0-67DC-5B55-82149651017C}" dt="2025-10-27T15:42:39.138" v="570" actId="20577"/>
          <ac:spMkLst>
            <pc:docMk/>
            <pc:sldMk cId="3005612016" sldId="277"/>
            <ac:spMk id="4" creationId="{3825BE37-45F2-08C8-D0EC-8B1ADC2A42D9}"/>
          </ac:spMkLst>
        </pc:spChg>
      </pc:sldChg>
    </pc:docChg>
  </pc:docChgLst>
  <pc:docChgLst>
    <pc:chgData name="Nguyen Khac Tiep 20225767" userId="523d6f02-4eb0-43b4-9eba-c030ab96ef51" providerId="ADAL" clId="{8091FDCD-FEC0-53CF-A797-CF67501A4B07}"/>
    <pc:docChg chg="undo custSel delSld modSld sldOrd">
      <pc:chgData name="Nguyen Khac Tiep 20225767" userId="523d6f02-4eb0-43b4-9eba-c030ab96ef51" providerId="ADAL" clId="{8091FDCD-FEC0-53CF-A797-CF67501A4B07}" dt="2025-11-10T11:09:09.801" v="1455" actId="14100"/>
      <pc:docMkLst>
        <pc:docMk/>
      </pc:docMkLst>
      <pc:sldChg chg="addSp delSp modSp mod">
        <pc:chgData name="Nguyen Khac Tiep 20225767" userId="523d6f02-4eb0-43b4-9eba-c030ab96ef51" providerId="ADAL" clId="{8091FDCD-FEC0-53CF-A797-CF67501A4B07}" dt="2025-10-28T00:08:20.728" v="696"/>
        <pc:sldMkLst>
          <pc:docMk/>
          <pc:sldMk cId="743172911" sldId="257"/>
        </pc:sldMkLst>
        <pc:spChg chg="mod">
          <ac:chgData name="Nguyen Khac Tiep 20225767" userId="523d6f02-4eb0-43b4-9eba-c030ab96ef51" providerId="ADAL" clId="{8091FDCD-FEC0-53CF-A797-CF67501A4B07}" dt="2025-10-27T14:40:53.278" v="30" actId="20577"/>
          <ac:spMkLst>
            <pc:docMk/>
            <pc:sldMk cId="743172911" sldId="257"/>
            <ac:spMk id="11" creationId="{FF8BDF70-CFA6-4031-86B7-31F910D8115D}"/>
          </ac:spMkLst>
        </pc:spChg>
      </pc:sldChg>
      <pc:sldChg chg="addSp delSp modSp mod ord">
        <pc:chgData name="Nguyen Khac Tiep 20225767" userId="523d6f02-4eb0-43b4-9eba-c030ab96ef51" providerId="ADAL" clId="{8091FDCD-FEC0-53CF-A797-CF67501A4B07}" dt="2025-10-27T16:37:10.039" v="690" actId="20578"/>
        <pc:sldMkLst>
          <pc:docMk/>
          <pc:sldMk cId="64084651" sldId="261"/>
        </pc:sldMkLst>
        <pc:spChg chg="mod">
          <ac:chgData name="Nguyen Khac Tiep 20225767" userId="523d6f02-4eb0-43b4-9eba-c030ab96ef51" providerId="ADAL" clId="{8091FDCD-FEC0-53CF-A797-CF67501A4B07}" dt="2025-10-27T15:17:46.834" v="61" actId="20577"/>
          <ac:spMkLst>
            <pc:docMk/>
            <pc:sldMk cId="64084651" sldId="261"/>
            <ac:spMk id="2" creationId="{4FB6CB3A-046A-4C56-A02D-DBF672421CAF}"/>
          </ac:spMkLst>
        </pc:spChg>
        <pc:spChg chg="add mod">
          <ac:chgData name="Nguyen Khac Tiep 20225767" userId="523d6f02-4eb0-43b4-9eba-c030ab96ef51" providerId="ADAL" clId="{8091FDCD-FEC0-53CF-A797-CF67501A4B07}" dt="2025-10-27T15:57:07.014" v="593" actId="20577"/>
          <ac:spMkLst>
            <pc:docMk/>
            <pc:sldMk cId="64084651" sldId="261"/>
            <ac:spMk id="8" creationId="{ED58461C-11AB-B61B-3679-D1A9195BA570}"/>
          </ac:spMkLst>
        </pc:spChg>
      </pc:sldChg>
      <pc:sldChg chg="modSp mod">
        <pc:chgData name="Nguyen Khac Tiep 20225767" userId="523d6f02-4eb0-43b4-9eba-c030ab96ef51" providerId="ADAL" clId="{8091FDCD-FEC0-53CF-A797-CF67501A4B07}" dt="2025-10-27T15:37:14.630" v="455" actId="123"/>
        <pc:sldMkLst>
          <pc:docMk/>
          <pc:sldMk cId="292364014" sldId="265"/>
        </pc:sldMkLst>
        <pc:spChg chg="mod">
          <ac:chgData name="Nguyen Khac Tiep 20225767" userId="523d6f02-4eb0-43b4-9eba-c030ab96ef51" providerId="ADAL" clId="{8091FDCD-FEC0-53CF-A797-CF67501A4B07}" dt="2025-10-27T14:39:35.068" v="29" actId="20577"/>
          <ac:spMkLst>
            <pc:docMk/>
            <pc:sldMk cId="292364014" sldId="265"/>
            <ac:spMk id="3" creationId="{9EF27CAA-32BA-4E6B-B8C0-1A481E08E81D}"/>
          </ac:spMkLst>
        </pc:spChg>
        <pc:spChg chg="mod">
          <ac:chgData name="Nguyen Khac Tiep 20225767" userId="523d6f02-4eb0-43b4-9eba-c030ab96ef51" providerId="ADAL" clId="{8091FDCD-FEC0-53CF-A797-CF67501A4B07}" dt="2025-10-27T15:37:14.630" v="455" actId="123"/>
          <ac:spMkLst>
            <pc:docMk/>
            <pc:sldMk cId="292364014" sldId="265"/>
            <ac:spMk id="4" creationId="{59563378-38F8-4CB3-AF99-2C56FCF55404}"/>
          </ac:spMkLst>
        </pc:spChg>
      </pc:sldChg>
      <pc:sldChg chg="addSp delSp modSp mod">
        <pc:chgData name="Nguyen Khac Tiep 20225767" userId="523d6f02-4eb0-43b4-9eba-c030ab96ef51" providerId="ADAL" clId="{8091FDCD-FEC0-53CF-A797-CF67501A4B07}" dt="2025-11-10T11:09:09.801" v="1455" actId="14100"/>
        <pc:sldMkLst>
          <pc:docMk/>
          <pc:sldMk cId="2751358436" sldId="266"/>
        </pc:sldMkLst>
        <pc:spChg chg="mod">
          <ac:chgData name="Nguyen Khac Tiep 20225767" userId="523d6f02-4eb0-43b4-9eba-c030ab96ef51" providerId="ADAL" clId="{8091FDCD-FEC0-53CF-A797-CF67501A4B07}" dt="2025-10-27T15:26:10.669" v="128" actId="20577"/>
          <ac:spMkLst>
            <pc:docMk/>
            <pc:sldMk cId="2751358436" sldId="266"/>
            <ac:spMk id="3" creationId="{F39C6F49-1887-4BE4-A583-FB79B8A22935}"/>
          </ac:spMkLst>
        </pc:spChg>
        <pc:graphicFrameChg chg="add mod modGraphic">
          <ac:chgData name="Nguyen Khac Tiep 20225767" userId="523d6f02-4eb0-43b4-9eba-c030ab96ef51" providerId="ADAL" clId="{8091FDCD-FEC0-53CF-A797-CF67501A4B07}" dt="2025-11-10T11:09:09.801" v="1455" actId="14100"/>
          <ac:graphicFrameMkLst>
            <pc:docMk/>
            <pc:sldMk cId="2751358436" sldId="266"/>
            <ac:graphicFrameMk id="6" creationId="{A377CED0-D6EF-F14D-0D54-E697AB95B613}"/>
          </ac:graphicFrameMkLst>
        </pc:graphicFrameChg>
      </pc:sldChg>
      <pc:sldChg chg="del">
        <pc:chgData name="Nguyen Khac Tiep 20225767" userId="523d6f02-4eb0-43b4-9eba-c030ab96ef51" providerId="ADAL" clId="{8091FDCD-FEC0-53CF-A797-CF67501A4B07}" dt="2025-10-27T16:36:29.134" v="686" actId="2696"/>
        <pc:sldMkLst>
          <pc:docMk/>
          <pc:sldMk cId="3194012731" sldId="267"/>
        </pc:sldMkLst>
      </pc:sldChg>
      <pc:sldChg chg="delSp modSp mod">
        <pc:chgData name="Nguyen Khac Tiep 20225767" userId="523d6f02-4eb0-43b4-9eba-c030ab96ef51" providerId="ADAL" clId="{8091FDCD-FEC0-53CF-A797-CF67501A4B07}" dt="2025-11-04T01:26:27.296" v="1454" actId="20577"/>
        <pc:sldMkLst>
          <pc:docMk/>
          <pc:sldMk cId="1341840600" sldId="270"/>
        </pc:sldMkLst>
        <pc:spChg chg="mod">
          <ac:chgData name="Nguyen Khac Tiep 20225767" userId="523d6f02-4eb0-43b4-9eba-c030ab96ef51" providerId="ADAL" clId="{8091FDCD-FEC0-53CF-A797-CF67501A4B07}" dt="2025-10-27T16:33:17.887" v="682" actId="20577"/>
          <ac:spMkLst>
            <pc:docMk/>
            <pc:sldMk cId="1341840600" sldId="270"/>
            <ac:spMk id="3" creationId="{A39BBC82-5CC8-86B3-6CF8-6714E6B82E38}"/>
          </ac:spMkLst>
        </pc:spChg>
        <pc:spChg chg="mod">
          <ac:chgData name="Nguyen Khac Tiep 20225767" userId="523d6f02-4eb0-43b4-9eba-c030ab96ef51" providerId="ADAL" clId="{8091FDCD-FEC0-53CF-A797-CF67501A4B07}" dt="2025-11-04T01:26:27.296" v="1454" actId="20577"/>
          <ac:spMkLst>
            <pc:docMk/>
            <pc:sldMk cId="1341840600" sldId="270"/>
            <ac:spMk id="4" creationId="{D8BBB3A8-FDE5-FFEF-CEC7-E6315438E33C}"/>
          </ac:spMkLst>
        </pc:spChg>
        <pc:spChg chg="mod">
          <ac:chgData name="Nguyen Khac Tiep 20225767" userId="523d6f02-4eb0-43b4-9eba-c030ab96ef51" providerId="ADAL" clId="{8091FDCD-FEC0-53CF-A797-CF67501A4B07}" dt="2025-10-27T16:02:14.253" v="607" actId="20577"/>
          <ac:spMkLst>
            <pc:docMk/>
            <pc:sldMk cId="1341840600" sldId="270"/>
            <ac:spMk id="5" creationId="{5131D202-5F2A-ABF7-24FC-3F311F569FC5}"/>
          </ac:spMkLst>
        </pc:spChg>
      </pc:sldChg>
      <pc:sldChg chg="del">
        <pc:chgData name="Nguyen Khac Tiep 20225767" userId="523d6f02-4eb0-43b4-9eba-c030ab96ef51" providerId="ADAL" clId="{8091FDCD-FEC0-53CF-A797-CF67501A4B07}" dt="2025-10-27T14:39:26.124" v="0" actId="2696"/>
        <pc:sldMkLst>
          <pc:docMk/>
          <pc:sldMk cId="3651498809" sldId="271"/>
        </pc:sldMkLst>
      </pc:sldChg>
      <pc:sldChg chg="del">
        <pc:chgData name="Nguyen Khac Tiep 20225767" userId="523d6f02-4eb0-43b4-9eba-c030ab96ef51" providerId="ADAL" clId="{8091FDCD-FEC0-53CF-A797-CF67501A4B07}" dt="2025-10-27T16:36:29.626" v="687" actId="2696"/>
        <pc:sldMkLst>
          <pc:docMk/>
          <pc:sldMk cId="644728685" sldId="272"/>
        </pc:sldMkLst>
      </pc:sldChg>
      <pc:sldChg chg="del">
        <pc:chgData name="Nguyen Khac Tiep 20225767" userId="523d6f02-4eb0-43b4-9eba-c030ab96ef51" providerId="ADAL" clId="{8091FDCD-FEC0-53CF-A797-CF67501A4B07}" dt="2025-10-27T16:36:29.986" v="688" actId="2696"/>
        <pc:sldMkLst>
          <pc:docMk/>
          <pc:sldMk cId="2581069546" sldId="273"/>
        </pc:sldMkLst>
      </pc:sldChg>
      <pc:sldChg chg="del">
        <pc:chgData name="Nguyen Khac Tiep 20225767" userId="523d6f02-4eb0-43b4-9eba-c030ab96ef51" providerId="ADAL" clId="{8091FDCD-FEC0-53CF-A797-CF67501A4B07}" dt="2025-10-27T16:36:31.080" v="689" actId="2696"/>
        <pc:sldMkLst>
          <pc:docMk/>
          <pc:sldMk cId="1130957413" sldId="274"/>
        </pc:sldMkLst>
      </pc:sldChg>
      <pc:sldChg chg="del">
        <pc:chgData name="Nguyen Khac Tiep 20225767" userId="523d6f02-4eb0-43b4-9eba-c030ab96ef51" providerId="ADAL" clId="{8091FDCD-FEC0-53CF-A797-CF67501A4B07}" dt="2025-10-27T15:20:33.720" v="73" actId="2696"/>
        <pc:sldMkLst>
          <pc:docMk/>
          <pc:sldMk cId="1457403573" sldId="276"/>
        </pc:sldMkLst>
      </pc:sldChg>
      <pc:sldChg chg="modSp mod">
        <pc:chgData name="Nguyen Khac Tiep 20225767" userId="523d6f02-4eb0-43b4-9eba-c030ab96ef51" providerId="ADAL" clId="{8091FDCD-FEC0-53CF-A797-CF67501A4B07}" dt="2025-10-28T00:09:37.576" v="698" actId="20577"/>
        <pc:sldMkLst>
          <pc:docMk/>
          <pc:sldMk cId="3005612016" sldId="277"/>
        </pc:sldMkLst>
        <pc:spChg chg="mod">
          <ac:chgData name="Nguyen Khac Tiep 20225767" userId="523d6f02-4eb0-43b4-9eba-c030ab96ef51" providerId="ADAL" clId="{8091FDCD-FEC0-53CF-A797-CF67501A4B07}" dt="2025-10-28T00:09:37.576" v="698" actId="20577"/>
          <ac:spMkLst>
            <pc:docMk/>
            <pc:sldMk cId="3005612016" sldId="277"/>
            <ac:spMk id="4" creationId="{3825BE37-45F2-08C8-D0EC-8B1ADC2A42D9}"/>
          </ac:spMkLst>
        </pc:spChg>
      </pc:sldChg>
    </pc:docChg>
  </pc:docChgLst>
  <pc:docChgLst>
    <pc:chgData name="Người dùng Khách" userId="S::urn:spo:tenantanon#06f1b89f-07e8-464f-b408-ec1b45703f31::" providerId="AD" clId="Web-{AB488887-FCA2-16F5-9637-2CAE68810EB1}"/>
    <pc:docChg chg="modSld">
      <pc:chgData name="Người dùng Khách" userId="S::urn:spo:tenantanon#06f1b89f-07e8-464f-b408-ec1b45703f31::" providerId="AD" clId="Web-{AB488887-FCA2-16F5-9637-2CAE68810EB1}" dt="2025-10-27T12:12:08.555" v="3" actId="20577"/>
      <pc:docMkLst>
        <pc:docMk/>
      </pc:docMkLst>
      <pc:sldChg chg="modSp">
        <pc:chgData name="Người dùng Khách" userId="S::urn:spo:tenantanon#06f1b89f-07e8-464f-b408-ec1b45703f31::" providerId="AD" clId="Web-{AB488887-FCA2-16F5-9637-2CAE68810EB1}" dt="2025-10-27T12:12:08.555" v="3" actId="20577"/>
        <pc:sldMkLst>
          <pc:docMk/>
          <pc:sldMk cId="743172911" sldId="257"/>
        </pc:sldMkLst>
        <pc:spChg chg="mod">
          <ac:chgData name="Người dùng Khách" userId="S::urn:spo:tenantanon#06f1b89f-07e8-464f-b408-ec1b45703f31::" providerId="AD" clId="Web-{AB488887-FCA2-16F5-9637-2CAE68810EB1}" dt="2025-10-27T12:12:08.555" v="3" actId="20577"/>
          <ac:spMkLst>
            <pc:docMk/>
            <pc:sldMk cId="743172911" sldId="257"/>
            <ac:spMk id="12" creationId="{A4ACF486-B7D8-4A5A-B633-83527A2F99E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11/10/25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11/10/25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11/10/25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11/10/25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11/10/25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11/10/25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11/10/25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15024"/>
            <a:ext cx="8674100" cy="488097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11/10/25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4" r:id="rId4"/>
    <p:sldLayoutId id="2147483675" r:id="rId5"/>
    <p:sldLayoutId id="2147483683" r:id="rId6"/>
    <p:sldLayoutId id="2147483679" r:id="rId7"/>
    <p:sldLayoutId id="2147483680" r:id="rId8"/>
    <p:sldLayoutId id="2147483681" r:id="rId9"/>
    <p:sldLayoutId id="2147483682" r:id="rId10"/>
    <p:sldLayoutId id="214748367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1989411"/>
            <a:ext cx="8077845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err="1"/>
              <a:t>Xây</a:t>
            </a:r>
            <a:r>
              <a:rPr lang="en-US"/>
              <a:t> </a:t>
            </a:r>
            <a:r>
              <a:rPr lang="en-US" err="1"/>
              <a:t>dựng</a:t>
            </a:r>
            <a:r>
              <a:rPr lang="en-US"/>
              <a:t> </a:t>
            </a:r>
            <a:r>
              <a:rPr lang="en-US" err="1"/>
              <a:t>ứng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chia </a:t>
            </a:r>
            <a:r>
              <a:rPr lang="en-US" err="1"/>
              <a:t>sẻ</a:t>
            </a:r>
            <a:r>
              <a:rPr lang="en-US"/>
              <a:t> file – Checkpoint 1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4019797"/>
            <a:ext cx="7342482" cy="84879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>
                <a:latin typeface="Lato"/>
                <a:ea typeface="Lato"/>
                <a:cs typeface="Lato"/>
              </a:rPr>
              <a:t>Nguyễn Kim Ngọc – 20225655</a:t>
            </a:r>
            <a:endParaRPr lang="en-US"/>
          </a:p>
          <a:p>
            <a:r>
              <a:rPr lang="en-US" sz="2800" b="0">
                <a:latin typeface="Lato"/>
                <a:ea typeface="Lato"/>
                <a:cs typeface="Lato"/>
              </a:rPr>
              <a:t>Nguyễn </a:t>
            </a:r>
            <a:r>
              <a:rPr lang="en-US" sz="2800" b="0" err="1">
                <a:latin typeface="Lato"/>
                <a:ea typeface="Lato"/>
                <a:cs typeface="Lato"/>
              </a:rPr>
              <a:t>Khắc</a:t>
            </a:r>
            <a:r>
              <a:rPr lang="en-US" sz="2800" b="0">
                <a:latin typeface="Lato"/>
                <a:ea typeface="Lato"/>
                <a:cs typeface="Lato"/>
              </a:rPr>
              <a:t> </a:t>
            </a:r>
            <a:r>
              <a:rPr lang="en-US" sz="2800" b="0" err="1">
                <a:latin typeface="Lato"/>
                <a:ea typeface="Lato"/>
                <a:cs typeface="Lato"/>
              </a:rPr>
              <a:t>Tiếp</a:t>
            </a:r>
            <a:r>
              <a:rPr lang="en-US" sz="2800" b="0">
                <a:latin typeface="Lato"/>
                <a:ea typeface="Lato"/>
                <a:cs typeface="Lato"/>
              </a:rPr>
              <a:t> – 20225767</a:t>
            </a:r>
            <a:endParaRPr lang="en-US">
              <a:latin typeface="Lato"/>
              <a:ea typeface="Lato"/>
              <a:cs typeface="Lato"/>
            </a:endParaRPr>
          </a:p>
          <a:p>
            <a:endParaRPr lang="en-US" sz="2800" b="0"/>
          </a:p>
          <a:p>
            <a:endParaRPr lang="en-US" sz="2800" b="0"/>
          </a:p>
          <a:p>
            <a:endParaRPr lang="en-US" sz="2800" b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Mô</a:t>
            </a:r>
            <a:r>
              <a:rPr lang="en-US"/>
              <a:t> </a:t>
            </a:r>
            <a:r>
              <a:rPr lang="en-US" err="1"/>
              <a:t>tả</a:t>
            </a:r>
            <a:r>
              <a:rPr lang="en-US"/>
              <a:t> </a:t>
            </a:r>
            <a:r>
              <a:rPr lang="en-US" err="1"/>
              <a:t>ứng</a:t>
            </a:r>
            <a:r>
              <a:rPr lang="en-US"/>
              <a:t> </a:t>
            </a:r>
            <a:r>
              <a:rPr lang="en-US" err="1"/>
              <a:t>dụng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lIns="91440" tIns="45720" rIns="91440" bIns="45720" anchor="t"/>
          <a:lstStyle/>
          <a:p>
            <a:pPr marL="0" indent="0" algn="just">
              <a:buNone/>
            </a:pPr>
            <a:r>
              <a:rPr lang="en-US" b="1" err="1">
                <a:latin typeface="Lato"/>
                <a:ea typeface="Lato"/>
                <a:cs typeface="Lato"/>
              </a:rPr>
              <a:t>Chức</a:t>
            </a:r>
            <a:r>
              <a:rPr lang="en-US" b="1">
                <a:latin typeface="Lato"/>
                <a:ea typeface="Lato"/>
                <a:cs typeface="Lato"/>
              </a:rPr>
              <a:t> </a:t>
            </a:r>
            <a:r>
              <a:rPr lang="en-US" b="1" err="1">
                <a:latin typeface="Lato"/>
                <a:ea typeface="Lato"/>
                <a:cs typeface="Lato"/>
              </a:rPr>
              <a:t>năng</a:t>
            </a:r>
            <a:r>
              <a:rPr lang="en-US" b="1">
                <a:latin typeface="Lato"/>
                <a:ea typeface="Lato"/>
                <a:cs typeface="Lato"/>
              </a:rPr>
              <a:t>:</a:t>
            </a:r>
            <a:endParaRPr lang="en-US" b="1"/>
          </a:p>
          <a:p>
            <a:pPr algn="just"/>
            <a:r>
              <a:rPr lang="en-US" err="1">
                <a:latin typeface="Lato"/>
                <a:ea typeface="Lato"/>
                <a:cs typeface="Lato"/>
              </a:rPr>
              <a:t>Chức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năng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chung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cho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tất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cả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người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dùng</a:t>
            </a:r>
            <a:r>
              <a:rPr lang="en-US">
                <a:latin typeface="Lato"/>
                <a:ea typeface="Lato"/>
                <a:cs typeface="Lato"/>
              </a:rPr>
              <a:t>: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err="1">
                <a:latin typeface="Lato"/>
                <a:ea typeface="Lato"/>
                <a:cs typeface="Lato"/>
              </a:rPr>
              <a:t>Đăng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kí</a:t>
            </a:r>
            <a:r>
              <a:rPr lang="en-US">
                <a:latin typeface="Lato"/>
                <a:ea typeface="Lato"/>
                <a:cs typeface="Lato"/>
              </a:rPr>
              <a:t>, </a:t>
            </a:r>
            <a:r>
              <a:rPr lang="en-US" err="1">
                <a:latin typeface="Lato"/>
                <a:ea typeface="Lato"/>
                <a:cs typeface="Lato"/>
              </a:rPr>
              <a:t>đăng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nhập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tài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khoản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cho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hệ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thống</a:t>
            </a:r>
            <a:endParaRPr lang="en-US"/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>
                <a:latin typeface="Lato"/>
                <a:ea typeface="Lato"/>
                <a:cs typeface="Lato"/>
              </a:rPr>
              <a:t>Xem </a:t>
            </a:r>
            <a:r>
              <a:rPr lang="en-US" err="1">
                <a:latin typeface="Lato"/>
                <a:ea typeface="Lato"/>
                <a:cs typeface="Lato"/>
              </a:rPr>
              <a:t>danh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sách</a:t>
            </a:r>
            <a:r>
              <a:rPr lang="en-US">
                <a:latin typeface="Lato"/>
                <a:ea typeface="Lato"/>
                <a:cs typeface="Lato"/>
              </a:rPr>
              <a:t>, </a:t>
            </a:r>
            <a:r>
              <a:rPr lang="en-US" err="1">
                <a:latin typeface="Lato"/>
                <a:ea typeface="Lato"/>
                <a:cs typeface="Lato"/>
              </a:rPr>
              <a:t>tìm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kiếm</a:t>
            </a:r>
            <a:r>
              <a:rPr lang="en-US">
                <a:latin typeface="Lato"/>
                <a:ea typeface="Lato"/>
                <a:cs typeface="Lato"/>
              </a:rPr>
              <a:t>, file </a:t>
            </a:r>
            <a:r>
              <a:rPr lang="en-US" err="1">
                <a:latin typeface="Lato"/>
                <a:ea typeface="Lato"/>
                <a:cs typeface="Lato"/>
              </a:rPr>
              <a:t>của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người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dùng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đang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lưu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trên</a:t>
            </a:r>
            <a:r>
              <a:rPr lang="en-US">
                <a:latin typeface="Lato"/>
                <a:ea typeface="Lato"/>
                <a:cs typeface="Lato"/>
              </a:rPr>
              <a:t> server</a:t>
            </a:r>
            <a:endParaRPr lang="en-US"/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>
                <a:latin typeface="Lato"/>
                <a:ea typeface="Lato"/>
                <a:cs typeface="Lato"/>
              </a:rPr>
              <a:t>Chia </a:t>
            </a:r>
            <a:r>
              <a:rPr lang="en-US" err="1">
                <a:latin typeface="Lato"/>
                <a:ea typeface="Lato"/>
                <a:cs typeface="Lato"/>
              </a:rPr>
              <a:t>sẻ</a:t>
            </a:r>
            <a:r>
              <a:rPr lang="en-US">
                <a:latin typeface="Lato"/>
                <a:ea typeface="Lato"/>
                <a:cs typeface="Lato"/>
              </a:rPr>
              <a:t> file </a:t>
            </a:r>
            <a:r>
              <a:rPr lang="en-US" err="1">
                <a:latin typeface="Lato"/>
                <a:ea typeface="Lato"/>
                <a:cs typeface="Lato"/>
              </a:rPr>
              <a:t>và</a:t>
            </a:r>
            <a:r>
              <a:rPr lang="en-US">
                <a:latin typeface="Lato"/>
                <a:ea typeface="Lato"/>
                <a:cs typeface="Lato"/>
              </a:rPr>
              <a:t> </a:t>
            </a:r>
            <a:r>
              <a:rPr lang="en-US" err="1">
                <a:latin typeface="Lato"/>
                <a:ea typeface="Lato"/>
                <a:cs typeface="Lato"/>
              </a:rPr>
              <a:t>phân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quyền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cho</a:t>
            </a:r>
            <a:r>
              <a:rPr lang="en-US">
                <a:latin typeface="Lato"/>
                <a:ea typeface="Lato"/>
                <a:cs typeface="Lato"/>
              </a:rPr>
              <a:t> file shared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>
                <a:latin typeface="Lato"/>
                <a:ea typeface="Lato"/>
                <a:cs typeface="Lato"/>
              </a:rPr>
              <a:t>Xem log </a:t>
            </a:r>
            <a:r>
              <a:rPr lang="en-US" err="1">
                <a:latin typeface="Lato"/>
                <a:ea typeface="Lato"/>
                <a:cs typeface="Lato"/>
              </a:rPr>
              <a:t>cá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nhân</a:t>
            </a:r>
            <a:endParaRPr lang="en-US"/>
          </a:p>
          <a:p>
            <a:pPr algn="just"/>
            <a:r>
              <a:rPr lang="en-US" err="1">
                <a:latin typeface="Lato"/>
                <a:ea typeface="Lato"/>
                <a:cs typeface="Lato"/>
              </a:rPr>
              <a:t>Chức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năng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quản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lý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tệp</a:t>
            </a:r>
            <a:r>
              <a:rPr lang="en-US">
                <a:latin typeface="Lato"/>
                <a:ea typeface="Lato"/>
                <a:cs typeface="Lato"/>
              </a:rPr>
              <a:t> tin:</a:t>
            </a:r>
            <a:endParaRPr lang="en-US"/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>
                <a:latin typeface="Lato"/>
                <a:ea typeface="Lato"/>
                <a:cs typeface="Lato"/>
              </a:rPr>
              <a:t>Upload, download file</a:t>
            </a:r>
            <a:endParaRPr lang="en-US"/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>
                <a:latin typeface="Lato"/>
                <a:ea typeface="Lato"/>
                <a:cs typeface="Lato"/>
              </a:rPr>
              <a:t>Thao </a:t>
            </a:r>
            <a:r>
              <a:rPr lang="en-US" err="1">
                <a:latin typeface="Lato"/>
                <a:ea typeface="Lato"/>
                <a:cs typeface="Lato"/>
              </a:rPr>
              <a:t>tác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với</a:t>
            </a:r>
            <a:r>
              <a:rPr lang="en-US">
                <a:latin typeface="Lato"/>
                <a:ea typeface="Lato"/>
                <a:cs typeface="Lato"/>
              </a:rPr>
              <a:t> file (</a:t>
            </a:r>
            <a:r>
              <a:rPr lang="en-US" err="1">
                <a:latin typeface="Lato"/>
                <a:ea typeface="Lato"/>
                <a:cs typeface="Lato"/>
              </a:rPr>
              <a:t>sửa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tên</a:t>
            </a:r>
            <a:r>
              <a:rPr lang="en-US">
                <a:latin typeface="Lato"/>
                <a:ea typeface="Lato"/>
                <a:cs typeface="Lato"/>
              </a:rPr>
              <a:t>, </a:t>
            </a:r>
            <a:r>
              <a:rPr lang="en-US" err="1">
                <a:latin typeface="Lato"/>
                <a:ea typeface="Lato"/>
                <a:cs typeface="Lato"/>
              </a:rPr>
              <a:t>xóa</a:t>
            </a:r>
            <a:r>
              <a:rPr lang="en-US">
                <a:latin typeface="Lato"/>
                <a:ea typeface="Lato"/>
                <a:cs typeface="Lato"/>
              </a:rPr>
              <a:t>, copy, di </a:t>
            </a:r>
            <a:r>
              <a:rPr lang="en-US" err="1">
                <a:latin typeface="Lato"/>
                <a:ea typeface="Lato"/>
                <a:cs typeface="Lato"/>
              </a:rPr>
              <a:t>chuyển</a:t>
            </a:r>
            <a:r>
              <a:rPr lang="en-US">
                <a:latin typeface="Lato"/>
                <a:ea typeface="Lato"/>
                <a:cs typeface="Lato"/>
              </a:rPr>
              <a:t>)</a:t>
            </a:r>
            <a:endParaRPr lang="en-US"/>
          </a:p>
          <a:p>
            <a:pPr algn="just"/>
            <a:r>
              <a:rPr lang="en-US" err="1">
                <a:latin typeface="Lato"/>
                <a:ea typeface="Lato"/>
                <a:cs typeface="Lato"/>
              </a:rPr>
              <a:t>Chức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năng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quản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lý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thư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mục</a:t>
            </a:r>
            <a:r>
              <a:rPr lang="en-US">
                <a:latin typeface="Lato"/>
                <a:ea typeface="Lato"/>
                <a:cs typeface="Lato"/>
              </a:rPr>
              <a:t>:</a:t>
            </a:r>
            <a:endParaRPr lang="en-US"/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>
                <a:latin typeface="Lato"/>
                <a:ea typeface="Lato"/>
                <a:cs typeface="Lato"/>
              </a:rPr>
              <a:t>Thao </a:t>
            </a:r>
            <a:r>
              <a:rPr lang="en-US" err="1">
                <a:latin typeface="Lato"/>
                <a:ea typeface="Lato"/>
                <a:cs typeface="Lato"/>
              </a:rPr>
              <a:t>tác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với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thư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mục</a:t>
            </a:r>
            <a:r>
              <a:rPr lang="en-US">
                <a:latin typeface="Lato"/>
                <a:ea typeface="Lato"/>
                <a:cs typeface="Lato"/>
              </a:rPr>
              <a:t> (</a:t>
            </a:r>
            <a:r>
              <a:rPr lang="en-US" err="1">
                <a:latin typeface="Lato"/>
                <a:ea typeface="Lato"/>
                <a:cs typeface="Lato"/>
              </a:rPr>
              <a:t>tạo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thư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mục</a:t>
            </a:r>
            <a:r>
              <a:rPr lang="en-US">
                <a:latin typeface="Lato"/>
                <a:ea typeface="Lato"/>
                <a:cs typeface="Lato"/>
              </a:rPr>
              <a:t>, </a:t>
            </a:r>
            <a:r>
              <a:rPr lang="en-US" err="1">
                <a:latin typeface="Lato"/>
                <a:ea typeface="Lato"/>
                <a:cs typeface="Lato"/>
              </a:rPr>
              <a:t>sửa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tên</a:t>
            </a:r>
            <a:r>
              <a:rPr lang="en-US">
                <a:latin typeface="Lato"/>
                <a:ea typeface="Lato"/>
                <a:cs typeface="Lato"/>
              </a:rPr>
              <a:t>, </a:t>
            </a:r>
            <a:r>
              <a:rPr lang="en-US" err="1">
                <a:latin typeface="Lato"/>
                <a:ea typeface="Lato"/>
                <a:cs typeface="Lato"/>
              </a:rPr>
              <a:t>xóa</a:t>
            </a:r>
            <a:r>
              <a:rPr lang="en-US">
                <a:latin typeface="Lato"/>
                <a:ea typeface="Lato"/>
                <a:cs typeface="Lato"/>
              </a:rPr>
              <a:t> ,copy, di </a:t>
            </a:r>
            <a:r>
              <a:rPr lang="en-US" err="1">
                <a:latin typeface="Lato"/>
                <a:ea typeface="Lato"/>
                <a:cs typeface="Lato"/>
              </a:rPr>
              <a:t>chuyển</a:t>
            </a:r>
            <a:r>
              <a:rPr lang="en-US">
                <a:latin typeface="Lato"/>
                <a:ea typeface="Lato"/>
                <a:cs typeface="Lato"/>
              </a:rPr>
              <a:t>)</a:t>
            </a:r>
            <a:br>
              <a:rPr lang="en-US">
                <a:latin typeface="Lato"/>
                <a:ea typeface="Lato"/>
                <a:cs typeface="Lato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A1B7B6-1C79-FCE1-EA46-A652EE341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785324-D5E5-802A-6951-1446FE75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Lato"/>
                <a:ea typeface="Lato"/>
                <a:cs typeface="Lato"/>
              </a:rPr>
              <a:t>Công </a:t>
            </a:r>
            <a:r>
              <a:rPr lang="en-US" err="1">
                <a:latin typeface="Lato"/>
                <a:ea typeface="Lato"/>
                <a:cs typeface="Lato"/>
              </a:rPr>
              <a:t>nghệ</a:t>
            </a:r>
            <a:endParaRPr lang="en-US" err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5BE37-45F2-08C8-D0EC-8B1ADC2A42D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lIns="91440" tIns="45720" rIns="91440" bIns="45720" anchor="t"/>
          <a:lstStyle/>
          <a:p>
            <a:r>
              <a:rPr lang="en-US" err="1">
                <a:latin typeface="Lato"/>
                <a:ea typeface="Lato"/>
                <a:cs typeface="Lato"/>
              </a:rPr>
              <a:t>Ngôn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ngữ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lập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trình</a:t>
            </a:r>
            <a:r>
              <a:rPr lang="en-US">
                <a:latin typeface="Lato"/>
                <a:ea typeface="Lato"/>
                <a:cs typeface="Lato"/>
              </a:rPr>
              <a:t>: Python</a:t>
            </a:r>
          </a:p>
          <a:p>
            <a:pPr marL="0" indent="0">
              <a:buNone/>
            </a:pPr>
            <a:r>
              <a:rPr lang="en-US" sz="2000">
                <a:latin typeface="Lato"/>
                <a:ea typeface="Lato"/>
                <a:cs typeface="Lato"/>
              </a:rPr>
              <a:t> Lý do: Python </a:t>
            </a:r>
            <a:r>
              <a:rPr lang="en-US" sz="2000" err="1">
                <a:latin typeface="Lato"/>
                <a:ea typeface="Lato"/>
                <a:cs typeface="Lato"/>
              </a:rPr>
              <a:t>hỗ</a:t>
            </a:r>
            <a:r>
              <a:rPr lang="en-US" sz="2000">
                <a:latin typeface="Lato"/>
                <a:ea typeface="Lato"/>
                <a:cs typeface="Lato"/>
              </a:rPr>
              <a:t> </a:t>
            </a:r>
            <a:r>
              <a:rPr lang="en-US" sz="2000" err="1">
                <a:latin typeface="Lato"/>
                <a:ea typeface="Lato"/>
                <a:cs typeface="Lato"/>
              </a:rPr>
              <a:t>trợ</a:t>
            </a:r>
            <a:r>
              <a:rPr lang="en-US" sz="2000">
                <a:latin typeface="Lato"/>
                <a:ea typeface="Lato"/>
                <a:cs typeface="Lato"/>
              </a:rPr>
              <a:t> </a:t>
            </a:r>
            <a:r>
              <a:rPr lang="en-US" sz="2000" err="1">
                <a:latin typeface="Lato"/>
                <a:ea typeface="Lato"/>
                <a:cs typeface="Lato"/>
              </a:rPr>
              <a:t>mạnh</a:t>
            </a:r>
            <a:r>
              <a:rPr lang="en-US" sz="2000">
                <a:latin typeface="Lato"/>
                <a:ea typeface="Lato"/>
                <a:cs typeface="Lato"/>
              </a:rPr>
              <a:t> </a:t>
            </a:r>
            <a:r>
              <a:rPr lang="en-US" sz="2000" err="1">
                <a:latin typeface="Lato"/>
                <a:ea typeface="Lato"/>
                <a:cs typeface="Lato"/>
              </a:rPr>
              <a:t>mẽ</a:t>
            </a:r>
            <a:r>
              <a:rPr lang="en-US" sz="2000">
                <a:latin typeface="Lato"/>
                <a:ea typeface="Lato"/>
                <a:cs typeface="Lato"/>
              </a:rPr>
              <a:t> </a:t>
            </a:r>
            <a:r>
              <a:rPr lang="en-US" sz="2000" err="1">
                <a:latin typeface="Lato"/>
                <a:ea typeface="Lato"/>
                <a:cs typeface="Lato"/>
              </a:rPr>
              <a:t>cho</a:t>
            </a:r>
            <a:r>
              <a:rPr lang="en-US" sz="2000">
                <a:latin typeface="Lato"/>
                <a:ea typeface="Lato"/>
                <a:cs typeface="Lato"/>
              </a:rPr>
              <a:t> </a:t>
            </a:r>
            <a:r>
              <a:rPr lang="en-US" sz="2000" b="1" err="1">
                <a:latin typeface="Lato"/>
                <a:ea typeface="Lato"/>
                <a:cs typeface="Lato"/>
              </a:rPr>
              <a:t>lập</a:t>
            </a:r>
            <a:r>
              <a:rPr lang="en-US" sz="2000" b="1">
                <a:latin typeface="Lato"/>
                <a:ea typeface="Lato"/>
                <a:cs typeface="Lato"/>
              </a:rPr>
              <a:t> </a:t>
            </a:r>
            <a:r>
              <a:rPr lang="en-US" sz="2000" b="1" err="1">
                <a:latin typeface="Lato"/>
                <a:ea typeface="Lato"/>
                <a:cs typeface="Lato"/>
              </a:rPr>
              <a:t>trình</a:t>
            </a:r>
            <a:r>
              <a:rPr lang="en-US" sz="2000" b="1">
                <a:latin typeface="Lato"/>
                <a:ea typeface="Lato"/>
                <a:cs typeface="Lato"/>
              </a:rPr>
              <a:t> </a:t>
            </a:r>
            <a:r>
              <a:rPr lang="en-US" sz="2000" b="1" err="1">
                <a:latin typeface="Lato"/>
                <a:ea typeface="Lato"/>
                <a:cs typeface="Lato"/>
              </a:rPr>
              <a:t>mạng</a:t>
            </a:r>
            <a:r>
              <a:rPr lang="en-US" sz="2000" b="1">
                <a:latin typeface="Lato"/>
                <a:ea typeface="Lato"/>
                <a:cs typeface="Lato"/>
              </a:rPr>
              <a:t> (socket, threading, stream I/O)</a:t>
            </a:r>
            <a:r>
              <a:rPr lang="en-US" sz="2000">
                <a:latin typeface="Lato"/>
                <a:ea typeface="Lato"/>
                <a:cs typeface="Lato"/>
              </a:rPr>
              <a:t> </a:t>
            </a:r>
            <a:r>
              <a:rPr lang="en-US" sz="2000" err="1">
                <a:latin typeface="Lato"/>
                <a:ea typeface="Lato"/>
                <a:cs typeface="Lato"/>
              </a:rPr>
              <a:t>với</a:t>
            </a:r>
            <a:r>
              <a:rPr lang="en-US" sz="2000">
                <a:latin typeface="Lato"/>
                <a:ea typeface="Lato"/>
                <a:cs typeface="Lato"/>
              </a:rPr>
              <a:t> </a:t>
            </a:r>
            <a:r>
              <a:rPr lang="en-US" sz="2000" err="1">
                <a:latin typeface="Lato"/>
                <a:ea typeface="Lato"/>
                <a:cs typeface="Lato"/>
              </a:rPr>
              <a:t>cú</a:t>
            </a:r>
            <a:r>
              <a:rPr lang="en-US" sz="2000">
                <a:latin typeface="Lato"/>
                <a:ea typeface="Lato"/>
                <a:cs typeface="Lato"/>
              </a:rPr>
              <a:t> </a:t>
            </a:r>
            <a:r>
              <a:rPr lang="en-US" sz="2000" err="1">
                <a:latin typeface="Lato"/>
                <a:ea typeface="Lato"/>
                <a:cs typeface="Lato"/>
              </a:rPr>
              <a:t>pháp</a:t>
            </a:r>
            <a:r>
              <a:rPr lang="en-US" sz="2000">
                <a:latin typeface="Lato"/>
                <a:ea typeface="Lato"/>
                <a:cs typeface="Lato"/>
              </a:rPr>
              <a:t> </a:t>
            </a:r>
            <a:r>
              <a:rPr lang="en-US" sz="2000" err="1">
                <a:latin typeface="Lato"/>
                <a:ea typeface="Lato"/>
                <a:cs typeface="Lato"/>
              </a:rPr>
              <a:t>ngắn</a:t>
            </a:r>
            <a:r>
              <a:rPr lang="en-US" sz="2000">
                <a:latin typeface="Lato"/>
                <a:ea typeface="Lato"/>
                <a:cs typeface="Lato"/>
              </a:rPr>
              <a:t> </a:t>
            </a:r>
            <a:r>
              <a:rPr lang="en-US" sz="2000" err="1">
                <a:latin typeface="Lato"/>
                <a:ea typeface="Lato"/>
                <a:cs typeface="Lato"/>
              </a:rPr>
              <a:t>gọn</a:t>
            </a:r>
            <a:r>
              <a:rPr lang="en-US" sz="2000">
                <a:latin typeface="Lato"/>
                <a:ea typeface="Lato"/>
                <a:cs typeface="Lato"/>
              </a:rPr>
              <a:t>, </a:t>
            </a:r>
            <a:r>
              <a:rPr lang="en-US" sz="2000" err="1">
                <a:latin typeface="Lato"/>
                <a:ea typeface="Lato"/>
                <a:cs typeface="Lato"/>
              </a:rPr>
              <a:t>thư</a:t>
            </a:r>
            <a:r>
              <a:rPr lang="en-US" sz="2000">
                <a:latin typeface="Lato"/>
                <a:ea typeface="Lato"/>
                <a:cs typeface="Lato"/>
              </a:rPr>
              <a:t> </a:t>
            </a:r>
            <a:r>
              <a:rPr lang="en-US" sz="2000" err="1">
                <a:latin typeface="Lato"/>
                <a:ea typeface="Lato"/>
                <a:cs typeface="Lato"/>
              </a:rPr>
              <a:t>viện</a:t>
            </a:r>
            <a:r>
              <a:rPr lang="en-US" sz="2000">
                <a:latin typeface="Lato"/>
                <a:ea typeface="Lato"/>
                <a:cs typeface="Lato"/>
              </a:rPr>
              <a:t> </a:t>
            </a:r>
            <a:r>
              <a:rPr lang="en-US" sz="2000" err="1">
                <a:latin typeface="Lato"/>
                <a:ea typeface="Lato"/>
                <a:cs typeface="Lato"/>
              </a:rPr>
              <a:t>phong</a:t>
            </a:r>
            <a:r>
              <a:rPr lang="en-US" sz="2000">
                <a:latin typeface="Lato"/>
                <a:ea typeface="Lato"/>
                <a:cs typeface="Lato"/>
              </a:rPr>
              <a:t> </a:t>
            </a:r>
            <a:r>
              <a:rPr lang="en-US" sz="2000" err="1">
                <a:latin typeface="Lato"/>
                <a:ea typeface="Lato"/>
                <a:cs typeface="Lato"/>
              </a:rPr>
              <a:t>phú</a:t>
            </a:r>
            <a:r>
              <a:rPr lang="en-US" sz="2000">
                <a:latin typeface="Lato"/>
                <a:ea typeface="Lato"/>
                <a:cs typeface="Lato"/>
              </a:rPr>
              <a:t>, </a:t>
            </a:r>
            <a:r>
              <a:rPr lang="en-US" sz="2000" err="1">
                <a:latin typeface="Lato"/>
                <a:ea typeface="Lato"/>
                <a:cs typeface="Lato"/>
              </a:rPr>
              <a:t>dễ</a:t>
            </a:r>
            <a:r>
              <a:rPr lang="en-US" sz="2000">
                <a:latin typeface="Lato"/>
                <a:ea typeface="Lato"/>
                <a:cs typeface="Lato"/>
              </a:rPr>
              <a:t> debug </a:t>
            </a:r>
            <a:r>
              <a:rPr lang="en-US" sz="2000" err="1">
                <a:latin typeface="Lato"/>
                <a:ea typeface="Lato"/>
                <a:cs typeface="Lato"/>
              </a:rPr>
              <a:t>và</a:t>
            </a:r>
            <a:r>
              <a:rPr lang="en-US" sz="2000">
                <a:latin typeface="Lato"/>
                <a:ea typeface="Lato"/>
                <a:cs typeface="Lato"/>
              </a:rPr>
              <a:t> </a:t>
            </a:r>
            <a:r>
              <a:rPr lang="en-US" sz="2000" err="1">
                <a:latin typeface="Lato"/>
                <a:ea typeface="Lato"/>
                <a:cs typeface="Lato"/>
              </a:rPr>
              <a:t>chạy</a:t>
            </a:r>
            <a:r>
              <a:rPr lang="en-US" sz="2000">
                <a:latin typeface="Lato"/>
                <a:ea typeface="Lato"/>
                <a:cs typeface="Lato"/>
              </a:rPr>
              <a:t> </a:t>
            </a:r>
            <a:r>
              <a:rPr lang="en-US" sz="2000" err="1">
                <a:latin typeface="Lato"/>
                <a:ea typeface="Lato"/>
                <a:cs typeface="Lato"/>
              </a:rPr>
              <a:t>đa</a:t>
            </a:r>
            <a:r>
              <a:rPr lang="en-US" sz="2000">
                <a:latin typeface="Lato"/>
                <a:ea typeface="Lato"/>
                <a:cs typeface="Lato"/>
              </a:rPr>
              <a:t> </a:t>
            </a:r>
            <a:r>
              <a:rPr lang="en-US" sz="2000" err="1">
                <a:latin typeface="Lato"/>
                <a:ea typeface="Lato"/>
                <a:cs typeface="Lato"/>
              </a:rPr>
              <a:t>nền</a:t>
            </a:r>
            <a:r>
              <a:rPr lang="en-US" sz="2000">
                <a:latin typeface="Lato"/>
                <a:ea typeface="Lato"/>
                <a:cs typeface="Lato"/>
              </a:rPr>
              <a:t> </a:t>
            </a:r>
            <a:r>
              <a:rPr lang="en-US" sz="2000" err="1">
                <a:latin typeface="Lato"/>
                <a:ea typeface="Lato"/>
                <a:cs typeface="Lato"/>
              </a:rPr>
              <a:t>tảng</a:t>
            </a:r>
            <a:r>
              <a:rPr lang="en-US">
                <a:latin typeface="Lato"/>
                <a:ea typeface="Lato"/>
                <a:cs typeface="Lato"/>
              </a:rPr>
              <a:t>.</a:t>
            </a:r>
          </a:p>
          <a:p>
            <a:r>
              <a:rPr lang="en-US">
                <a:latin typeface="Lato"/>
                <a:ea typeface="Lato"/>
                <a:cs typeface="Lato"/>
              </a:rPr>
              <a:t>Giao </a:t>
            </a:r>
            <a:r>
              <a:rPr lang="en-US" err="1">
                <a:latin typeface="Lato"/>
                <a:ea typeface="Lato"/>
                <a:cs typeface="Lato"/>
              </a:rPr>
              <a:t>diện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người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dùng</a:t>
            </a:r>
            <a:r>
              <a:rPr lang="en-US">
                <a:latin typeface="Lato"/>
                <a:ea typeface="Lato"/>
                <a:cs typeface="Lato"/>
              </a:rPr>
              <a:t> (UI): </a:t>
            </a:r>
            <a:r>
              <a:rPr lang="en-US" err="1">
                <a:latin typeface="Lato"/>
                <a:ea typeface="Lato"/>
                <a:cs typeface="Lato"/>
              </a:rPr>
              <a:t>Streamlit</a:t>
            </a:r>
            <a:endParaRPr lang="en-US">
              <a:latin typeface="Lato"/>
              <a:ea typeface="Lato"/>
              <a:cs typeface="Lato"/>
            </a:endParaRPr>
          </a:p>
          <a:p>
            <a:r>
              <a:rPr lang="en-US" err="1">
                <a:latin typeface="Lato"/>
                <a:ea typeface="Lato"/>
                <a:cs typeface="Lato"/>
              </a:rPr>
              <a:t>Cơ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sở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dữ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liệu</a:t>
            </a:r>
            <a:r>
              <a:rPr lang="en-US">
                <a:latin typeface="Lato"/>
                <a:ea typeface="Lato"/>
                <a:cs typeface="Lato"/>
              </a:rPr>
              <a:t>: PostgreSQL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12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err="1"/>
              <a:t>Cơ</a:t>
            </a:r>
            <a:r>
              <a:rPr lang="en-US"/>
              <a:t> </a:t>
            </a:r>
            <a:r>
              <a:rPr lang="en-US" err="1"/>
              <a:t>sở</a:t>
            </a:r>
            <a:r>
              <a:rPr lang="en-US"/>
              <a:t> </a:t>
            </a:r>
            <a:r>
              <a:rPr lang="en-US" err="1"/>
              <a:t>lý</a:t>
            </a:r>
            <a:r>
              <a:rPr lang="en-US"/>
              <a:t> </a:t>
            </a:r>
            <a:r>
              <a:rPr lang="en-US" err="1"/>
              <a:t>thuyết</a:t>
            </a:r>
            <a:r>
              <a:rPr lang="en-US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58461C-11AB-B61B-3679-D1A9195BA570}"/>
              </a:ext>
            </a:extLst>
          </p:cNvPr>
          <p:cNvSpPr txBox="1"/>
          <p:nvPr/>
        </p:nvSpPr>
        <p:spPr>
          <a:xfrm>
            <a:off x="254052" y="1166269"/>
            <a:ext cx="878410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Mô hình kết nối TCP, dùng mô hình multi-thread để xử nhiều client.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Giao thức FTP: client gửi text commands, server trả code + message (Ví dụ: LIST, CWD, MKD, RETR, STOR, RMD, RNFR/RNTO, v.v.).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Chunk: chia file thành chunk (ví dụ 4–64MB).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Atomic file ops: dùng temporary file + rename để đảm bảo atomic khi upload/copy.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Phân quyền người dùng: rwx + ACL nếu cần chia sẻ riêng tư.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Xử lý đồng thời: locking file-level (advisory locks) để tránh conflict khi nhiều client ghi cùng file.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Security: TLS cho bảo mật.</a:t>
            </a:r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Barem </a:t>
            </a:r>
            <a:r>
              <a:rPr lang="en-US" err="1"/>
              <a:t>điểm</a:t>
            </a:r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77CED0-D6EF-F14D-0D54-E697AB95B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255381"/>
              </p:ext>
            </p:extLst>
          </p:nvPr>
        </p:nvGraphicFramePr>
        <p:xfrm>
          <a:off x="187461" y="853440"/>
          <a:ext cx="8835754" cy="5685759"/>
        </p:xfrm>
        <a:graphic>
          <a:graphicData uri="http://schemas.openxmlformats.org/drawingml/2006/table">
            <a:tbl>
              <a:tblPr firstRow="1" bandRow="1"/>
              <a:tblGrid>
                <a:gridCol w="2239155">
                  <a:extLst>
                    <a:ext uri="{9D8B030D-6E8A-4147-A177-3AD203B41FA5}">
                      <a16:colId xmlns:a16="http://schemas.microsoft.com/office/drawing/2014/main" val="1679819303"/>
                    </a:ext>
                  </a:extLst>
                </a:gridCol>
                <a:gridCol w="6596599">
                  <a:extLst>
                    <a:ext uri="{9D8B030D-6E8A-4147-A177-3AD203B41FA5}">
                      <a16:colId xmlns:a16="http://schemas.microsoft.com/office/drawing/2014/main" val="1691313163"/>
                    </a:ext>
                  </a:extLst>
                </a:gridCol>
              </a:tblGrid>
              <a:tr h="2547385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latin typeface="Lato"/>
                          <a:ea typeface="Lato"/>
                          <a:cs typeface="Lato"/>
                        </a:rPr>
                        <a:t>Nguyễn Khắc Tiếp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>
                          <a:latin typeface="Lato"/>
                          <a:ea typeface="Lato"/>
                          <a:cs typeface="Lato"/>
                        </a:rPr>
                        <a:t>20225767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Calibri"/>
                        <a:buChar char="-"/>
                      </a:pPr>
                      <a:r>
                        <a:rPr lang="vi-VN" sz="1800" b="0" i="0" u="none" strike="noStrike" noProof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Xử lý truyền dòng 1 điểm</a:t>
                      </a:r>
                    </a:p>
                    <a:p>
                      <a:pPr marL="342900" lvl="0" indent="-342900" algn="l">
                        <a:buFont typeface="Calibri"/>
                        <a:buChar char="-"/>
                      </a:pPr>
                      <a:r>
                        <a:rPr lang="vi-VN" sz="1800" b="0" i="0" u="none" strike="noStrike" noProof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Cài đặt cơ chế vào/ra socket trên server: 2 điểm </a:t>
                      </a:r>
                      <a:endParaRPr lang="en-US" sz="1800"/>
                    </a:p>
                    <a:p>
                      <a:pPr marL="342900" lvl="0" indent="-342900" algn="l">
                        <a:buFont typeface="Calibri"/>
                        <a:buChar char="-"/>
                      </a:pPr>
                      <a:r>
                        <a:rPr lang="vi-VN" sz="1800" b="0" i="0" u="none" strike="noStrike" noProof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Thao tác với file/thư mục (tạo, sửa tên, xóa ,copy, di chuyển): 3 điểm</a:t>
                      </a:r>
                    </a:p>
                    <a:p>
                      <a:pPr marL="342900" lvl="0" indent="-342900" algn="l">
                        <a:buFont typeface="Calibri"/>
                        <a:buChar char="-"/>
                      </a:pPr>
                      <a:r>
                        <a:rPr lang="vi-VN" sz="1800" b="0" i="0" u="none" strike="noStrike" noProof="0">
                          <a:solidFill>
                            <a:srgbClr val="000000"/>
                          </a:solidFill>
                          <a:latin typeface="Lato"/>
                        </a:rPr>
                        <a:t>Chỉnh sửa trực tiếp các file có định dạng .txt : 1 điểm</a:t>
                      </a:r>
                      <a:endParaRPr lang="vi-VN" sz="1800" b="0" i="0" u="none" strike="noStrike" noProof="0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</a:endParaRPr>
                    </a:p>
                    <a:p>
                      <a:pPr marL="342900" lvl="0" indent="-342900" algn="l">
                        <a:buFont typeface="Calibri"/>
                        <a:buChar char="-"/>
                      </a:pPr>
                      <a:r>
                        <a:rPr lang="vi-VN" sz="1800" b="0" i="0" u="none" strike="noStrike" noProof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Khôi phục file, folder đã xóa: 2 điểm</a:t>
                      </a:r>
                    </a:p>
                    <a:p>
                      <a:pPr marL="342900" lvl="0" indent="-342900" algn="l">
                        <a:buFont typeface="Calibri"/>
                        <a:buChar char="-"/>
                      </a:pPr>
                      <a:r>
                        <a:rPr lang="vi-VN" sz="1800" b="0" i="0" u="none" strike="noStrike" noProof="0">
                          <a:solidFill>
                            <a:srgbClr val="000000"/>
                          </a:solidFill>
                          <a:latin typeface="Lato"/>
                        </a:rPr>
                        <a:t>Tính năng phân quyền người dùng ( quyền xem, quyền tải xuống, chính sửa file  định dạng .txt) : 3 điểm</a:t>
                      </a:r>
                      <a:endParaRPr lang="vi-VN" sz="1800" b="0" i="0" u="none" strike="noStrike" noProof="0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</a:endParaRPr>
                    </a:p>
                    <a:p>
                      <a:pPr marL="342900" lvl="0" indent="-342900" algn="l">
                        <a:buFont typeface="Calibri"/>
                        <a:buChar char="-"/>
                      </a:pPr>
                      <a:r>
                        <a:rPr lang="vi-VN" sz="1800" b="0" i="0" u="none" strike="noStrike" noProof="0">
                          <a:solidFill>
                            <a:srgbClr val="000000"/>
                          </a:solidFill>
                          <a:latin typeface="Lato"/>
                        </a:rPr>
                        <a:t>Giới hạn dung lượng tài khoản: 1 điểm</a:t>
                      </a:r>
                      <a:endParaRPr lang="vi-VN" sz="1800" b="0" i="0" u="none" strike="noStrike" noProof="0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</a:endParaRPr>
                    </a:p>
                    <a:p>
                      <a:pPr marL="342900" lvl="0" indent="-342900" algn="l">
                        <a:buFont typeface="Calibri"/>
                        <a:buChar char="-"/>
                      </a:pPr>
                      <a:r>
                        <a:rPr lang="vi-VN" sz="1800" b="0" i="0" u="none" strike="noStrike" noProof="0">
                          <a:solidFill>
                            <a:srgbClr val="000000"/>
                          </a:solidFill>
                          <a:latin typeface="Lato"/>
                        </a:rPr>
                        <a:t>Ghi log hoạt động: 1 điểm</a:t>
                      </a:r>
                      <a:endParaRPr lang="vi-VN" sz="1800" b="0" i="0" u="none" strike="noStrike" noProof="0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226288"/>
                  </a:ext>
                </a:extLst>
              </a:tr>
              <a:tr h="2851119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latin typeface="Lato"/>
                          <a:ea typeface="Lato"/>
                          <a:cs typeface="Lato"/>
                        </a:rPr>
                        <a:t>Nguyễn Kim Ngọc</a:t>
                      </a:r>
                    </a:p>
                    <a:p>
                      <a:pPr algn="l"/>
                      <a:r>
                        <a:rPr lang="en-US" sz="1800">
                          <a:latin typeface="Lato"/>
                          <a:ea typeface="Lato"/>
                          <a:cs typeface="Lato"/>
                        </a:rPr>
                        <a:t>20225655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Calibri"/>
                        <a:buChar char="-"/>
                      </a:pPr>
                      <a:r>
                        <a:rPr lang="vi-VN" sz="1800" b="0" i="0" u="none" strike="noStrike" noProof="0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Thiết kế database ( lưu  trữ metadata, user, ...): 1 điểm</a:t>
                      </a:r>
                    </a:p>
                    <a:p>
                      <a:pPr marL="342900" lvl="0" indent="-342900" algn="l">
                        <a:buFont typeface="Calibri"/>
                        <a:buChar char="-"/>
                      </a:pPr>
                      <a:r>
                        <a:rPr lang="vi-VN" sz="1800" b="0" i="0" u="none" strike="noStrike" noProof="0" dirty="0">
                          <a:solidFill>
                            <a:srgbClr val="000000"/>
                          </a:solidFill>
                          <a:latin typeface="Lato"/>
                        </a:rPr>
                        <a:t>Xử lý upload và dowloadfile ( với các loại dung lượng nhỏ, lớn) : 3 điểm</a:t>
                      </a:r>
                    </a:p>
                    <a:p>
                      <a:pPr marL="342900" lvl="0" indent="-342900" algn="l">
                        <a:buFont typeface="Calibri"/>
                        <a:buChar char="-"/>
                      </a:pPr>
                      <a:r>
                        <a:rPr lang="vi-VN" sz="1800" b="0" i="0" u="none" strike="noStrike" noProof="0" dirty="0">
                          <a:solidFill>
                            <a:srgbClr val="000000"/>
                          </a:solidFill>
                          <a:latin typeface="Lato"/>
                        </a:rPr>
                        <a:t>Unzip file trên server: 2 điểm</a:t>
                      </a:r>
                    </a:p>
                    <a:p>
                      <a:pPr marL="342900" lvl="0" indent="-342900" algn="l">
                        <a:buFont typeface="Calibri"/>
                        <a:buChar char="-"/>
                      </a:pPr>
                      <a:r>
                        <a:rPr lang="vi-VN" sz="1800" b="0" i="0" u="none" strike="noStrike" noProof="0" dirty="0">
                          <a:solidFill>
                            <a:srgbClr val="000000"/>
                          </a:solidFill>
                          <a:latin typeface="Lato"/>
                        </a:rPr>
                        <a:t>Xử lý pause/continue với upload hoặc dowload : 2 điểm</a:t>
                      </a:r>
                    </a:p>
                    <a:p>
                      <a:pPr marL="342900" lvl="0" indent="-342900" algn="l">
                        <a:buFont typeface="Calibri"/>
                        <a:buChar char="-"/>
                      </a:pPr>
                      <a:r>
                        <a:rPr lang="vi-VN" sz="1800" b="0" i="0" u="none" strike="noStrike" noProof="0" dirty="0">
                          <a:solidFill>
                            <a:srgbClr val="000000"/>
                          </a:solidFill>
                          <a:latin typeface="Lato"/>
                        </a:rPr>
                        <a:t>Xử lý user mất kết nối lúc upload hoặc dowload : 2 điểm</a:t>
                      </a:r>
                    </a:p>
                    <a:p>
                      <a:pPr marL="342900" lvl="0" indent="-342900" algn="l">
                        <a:buFont typeface="Calibri"/>
                        <a:buChar char="-"/>
                      </a:pPr>
                      <a:r>
                        <a:rPr lang="vi-VN" sz="1800" b="0" i="0" u="none" strike="noStrike" noProof="0" dirty="0">
                          <a:solidFill>
                            <a:srgbClr val="000000"/>
                          </a:solidFill>
                          <a:latin typeface="Lato"/>
                        </a:rPr>
                        <a:t>Chỉnh sửa trực tiếp các file có định dạng .txt : 1 điểm</a:t>
                      </a:r>
                    </a:p>
                    <a:p>
                      <a:pPr marL="342900" lvl="0" indent="-342900" algn="l">
                        <a:buFont typeface="Calibri"/>
                        <a:buChar char="-"/>
                      </a:pPr>
                      <a:r>
                        <a:rPr lang="vi-VN" sz="1800" b="0" i="0" u="none" strike="noStrike" noProof="0" dirty="0">
                          <a:solidFill>
                            <a:srgbClr val="000000"/>
                          </a:solidFill>
                          <a:latin typeface="Lato"/>
                        </a:rPr>
                        <a:t>Thống kê mạng/số users đang hoạt động: 1 điểm </a:t>
                      </a:r>
                    </a:p>
                    <a:p>
                      <a:pPr marL="342900" lvl="0" indent="-342900" algn="l">
                        <a:buFont typeface="Calibri"/>
                        <a:buChar char="-"/>
                      </a:pPr>
                      <a:r>
                        <a:rPr lang="vi-VN" sz="1800" b="0" i="0" u="none" strike="noStrike" noProof="0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Giao diện đồ họa: 3 điểm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575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D8E52-349C-EF76-69EB-C09C607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BBC82-5CC8-86B3-6CF8-6714E6B82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7983576" cy="4525024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31D202-5F2A-ABF7-24FC-3F311F5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Checkpoint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BB3A8-FDE5-FFEF-CEC7-E6315438E33C}"/>
              </a:ext>
            </a:extLst>
          </p:cNvPr>
          <p:cNvSpPr txBox="1"/>
          <p:nvPr/>
        </p:nvSpPr>
        <p:spPr>
          <a:xfrm>
            <a:off x="235077" y="2141788"/>
            <a:ext cx="7457179" cy="38318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rtl="0">
              <a:lnSpc>
                <a:spcPts val="2925"/>
              </a:lnSpc>
              <a:buFont typeface="Calibri,Sans-Serif"/>
              <a:buChar char="-"/>
            </a:pPr>
            <a:r>
              <a:rPr lang="vi-VN" sz="2000" baseline="0">
                <a:latin typeface="Lato"/>
                <a:ea typeface="Arial"/>
                <a:cs typeface="Arial"/>
              </a:rPr>
              <a:t>Xử lý truyền dòng 1 điểm</a:t>
            </a:r>
            <a:r>
              <a:rPr lang="en-US" sz="2000">
                <a:latin typeface="Lato"/>
                <a:ea typeface="Arial"/>
                <a:cs typeface="Arial"/>
              </a:rPr>
              <a:t>​</a:t>
            </a:r>
          </a:p>
          <a:p>
            <a:pPr marL="342900" lvl="0" indent="-342900" rtl="0">
              <a:lnSpc>
                <a:spcPts val="2925"/>
              </a:lnSpc>
              <a:buFont typeface="Calibri,Sans-Serif"/>
              <a:buChar char="-"/>
            </a:pPr>
            <a:r>
              <a:rPr lang="vi-VN" sz="2000" baseline="0">
                <a:latin typeface="Lato"/>
                <a:ea typeface="Arial"/>
                <a:cs typeface="Arial"/>
              </a:rPr>
              <a:t>Cài đặt cơ chế vào/ra socket trên server: 2 điểm </a:t>
            </a:r>
            <a:r>
              <a:rPr lang="en-US" sz="2000">
                <a:latin typeface="Lato"/>
                <a:ea typeface="Arial"/>
                <a:cs typeface="Arial"/>
              </a:rPr>
              <a:t>​</a:t>
            </a:r>
          </a:p>
          <a:p>
            <a:pPr marL="342900" indent="-342900">
              <a:lnSpc>
                <a:spcPts val="2925"/>
              </a:lnSpc>
              <a:buFont typeface="Calibri,Sans-Serif"/>
              <a:buChar char="-"/>
            </a:pPr>
            <a:r>
              <a:rPr lang="vi-VN" sz="2000">
                <a:solidFill>
                  <a:srgbClr val="000000"/>
                </a:solidFill>
                <a:latin typeface="Lato"/>
              </a:rPr>
              <a:t>Chỉnh sửa trực tiếp các file có định dạng .txt : 1 điểm</a:t>
            </a:r>
            <a:endParaRPr lang="vi-VN" sz="20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L="342900" lvl="0" indent="-342900">
              <a:buFont typeface="Calibri"/>
              <a:buChar char="-"/>
            </a:pPr>
            <a:r>
              <a:rPr lang="vi-VN" sz="2000">
                <a:solidFill>
                  <a:srgbClr val="000000"/>
                </a:solidFill>
                <a:latin typeface="Lato"/>
              </a:rPr>
              <a:t>Giới hạn dung lượng tài khoản: 1 điểm</a:t>
            </a:r>
            <a:endParaRPr lang="vi-VN" sz="20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L="342900" lvl="0" indent="-342900">
              <a:buFont typeface="Calibri"/>
              <a:buChar char="-"/>
            </a:pPr>
            <a:r>
              <a:rPr lang="vi-VN" sz="2000">
                <a:solidFill>
                  <a:srgbClr val="000000"/>
                </a:solidFill>
                <a:latin typeface="Lato"/>
              </a:rPr>
              <a:t>Ghi log hoạt động: 1 điểm</a:t>
            </a:r>
            <a:endParaRPr lang="vi-VN" sz="20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L="342900" indent="-342900">
              <a:lnSpc>
                <a:spcPts val="2925"/>
              </a:lnSpc>
              <a:buFont typeface="Calibri,Sans-Serif"/>
              <a:buChar char="-"/>
            </a:pPr>
            <a:r>
              <a:rPr lang="vi-VN" sz="2000">
                <a:solidFill>
                  <a:srgbClr val="000000"/>
                </a:solidFill>
                <a:latin typeface="Lato"/>
                <a:ea typeface="Lato"/>
                <a:cs typeface="Lato"/>
              </a:rPr>
              <a:t>Thiết kế database ( lưu  trữ metadata, user, ...): 1 điểm</a:t>
            </a:r>
          </a:p>
          <a:p>
            <a:pPr marL="342900" lvl="0" indent="-342900">
              <a:buFont typeface="Calibri"/>
              <a:buChar char="-"/>
            </a:pPr>
            <a:r>
              <a:rPr lang="vi-VN" sz="2000">
                <a:solidFill>
                  <a:srgbClr val="000000"/>
                </a:solidFill>
                <a:latin typeface="Lato"/>
              </a:rPr>
              <a:t>Chỉnh sửa trực tiếp các file có định dạng .txt : 1 điểm</a:t>
            </a:r>
          </a:p>
          <a:p>
            <a:pPr marL="342900" lvl="0" indent="-342900">
              <a:buFont typeface="Calibri"/>
              <a:buChar char="-"/>
            </a:pPr>
            <a:r>
              <a:rPr lang="vi-VN" sz="2000">
                <a:solidFill>
                  <a:srgbClr val="000000"/>
                </a:solidFill>
                <a:latin typeface="Lato"/>
              </a:rPr>
              <a:t>Thống kê mạng/số users đang hoạt động: 1 điểm </a:t>
            </a:r>
          </a:p>
          <a:p>
            <a:pPr marL="342900" indent="-342900">
              <a:lnSpc>
                <a:spcPts val="2925"/>
              </a:lnSpc>
              <a:buFont typeface="Calibri,Sans-Serif"/>
              <a:buChar char="-"/>
            </a:pPr>
            <a:r>
              <a:rPr lang="vi-VN" sz="2000">
                <a:solidFill>
                  <a:srgbClr val="000000"/>
                </a:solidFill>
                <a:latin typeface="Lato"/>
                <a:ea typeface="Lato"/>
                <a:cs typeface="Lato"/>
              </a:rPr>
              <a:t>Giao diện đồ họa cơ bản</a:t>
            </a:r>
          </a:p>
          <a:p>
            <a:pPr marL="342900" indent="-342900">
              <a:lnSpc>
                <a:spcPts val="2925"/>
              </a:lnSpc>
              <a:buFont typeface="Calibri,Sans-Serif"/>
              <a:buChar char="-"/>
            </a:pPr>
            <a:endParaRPr lang="vi-VN" sz="2000">
              <a:latin typeface="Lato"/>
              <a:ea typeface="Lato"/>
              <a:cs typeface="Arial"/>
            </a:endParaRPr>
          </a:p>
          <a:p>
            <a:pPr algn="ctr"/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41840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B19AD86CDF2D4DBF9DAD694EFBC09D" ma:contentTypeVersion="7" ma:contentTypeDescription="Create a new document." ma:contentTypeScope="" ma:versionID="6423fc3df46fff0625ec86a02e55459f">
  <xsd:schema xmlns:xsd="http://www.w3.org/2001/XMLSchema" xmlns:xs="http://www.w3.org/2001/XMLSchema" xmlns:p="http://schemas.microsoft.com/office/2006/metadata/properties" xmlns:ns2="757826ba-dfa3-48aa-98b2-1e988427fee5" xmlns:ns3="e4770848-7955-4ec6-9f06-ace3904740ab" targetNamespace="http://schemas.microsoft.com/office/2006/metadata/properties" ma:root="true" ma:fieldsID="24cf96f43bac35fd0bad3b1a63bec25f" ns2:_="" ns3:_="">
    <xsd:import namespace="757826ba-dfa3-48aa-98b2-1e988427fee5"/>
    <xsd:import namespace="e4770848-7955-4ec6-9f06-ace3904740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7826ba-dfa3-48aa-98b2-1e988427f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770848-7955-4ec6-9f06-ace3904740a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646CC4-8286-4FA4-AD82-BCB621124381}">
  <ds:schemaRefs>
    <ds:schemaRef ds:uri="757826ba-dfa3-48aa-98b2-1e988427fee5"/>
    <ds:schemaRef ds:uri="e4770848-7955-4ec6-9f06-ace3904740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B3CAD26-AD2C-4FFF-9DF5-EC2C983C2D6F}">
  <ds:schemaRefs>
    <ds:schemaRef ds:uri="http://schemas.microsoft.com/office/2006/metadata/properties"/>
    <ds:schemaRef ds:uri="http://purl.org/dc/elements/1.1/"/>
    <ds:schemaRef ds:uri="http://www.w3.org/XML/1998/namespace"/>
    <ds:schemaRef ds:uri="757826ba-dfa3-48aa-98b2-1e988427fee5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e4770848-7955-4ec6-9f06-ace3904740ab"/>
  </ds:schemaRefs>
</ds:datastoreItem>
</file>

<file path=customXml/itemProps3.xml><?xml version="1.0" encoding="utf-8"?>
<ds:datastoreItem xmlns:ds="http://schemas.openxmlformats.org/officeDocument/2006/customXml" ds:itemID="{045DE4D0-16BA-461B-9401-3A89C2173B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638</Words>
  <Application>Microsoft Macintosh PowerPoint</Application>
  <PresentationFormat>On-screen Show (4:3)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Calibri,Sans-Serif</vt:lpstr>
      <vt:lpstr>Arial</vt:lpstr>
      <vt:lpstr>Calibri</vt:lpstr>
      <vt:lpstr>Courier New</vt:lpstr>
      <vt:lpstr>Lato</vt:lpstr>
      <vt:lpstr>Office Theme</vt:lpstr>
      <vt:lpstr>PowerPoint Presentation</vt:lpstr>
      <vt:lpstr>PowerPoint Presentation</vt:lpstr>
      <vt:lpstr>Mô tả ứng dụng</vt:lpstr>
      <vt:lpstr>Công nghệ</vt:lpstr>
      <vt:lpstr>Cơ sở lý thuyết </vt:lpstr>
      <vt:lpstr>Barem điểm</vt:lpstr>
      <vt:lpstr>Checkpoint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Khac Tiep 20225767</cp:lastModifiedBy>
  <cp:revision>1</cp:revision>
  <dcterms:created xsi:type="dcterms:W3CDTF">2021-05-28T04:32:29Z</dcterms:created>
  <dcterms:modified xsi:type="dcterms:W3CDTF">2025-11-10T11:09:19Z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0x010100ECB19AD86CDF2D4DBF9DAD694EFBC09D</vt:lpwstr>
  </property>
  <property fmtid="{D5CDD505-2E9C-101B-9397-08002B2CF9AE}" pid="3" name="MediaServiceImageTags">
    <vt:lpwstr/>
  </property>
</Properties>
</file>